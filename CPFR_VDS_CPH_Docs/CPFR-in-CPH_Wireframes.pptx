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4"/>
    <p:restoredTop sz="94618"/>
  </p:normalViewPr>
  <p:slideViewPr>
    <p:cSldViewPr snapToGrid="0">
      <p:cViewPr varScale="1">
        <p:scale>
          <a:sx n="205" d="100"/>
          <a:sy n="205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3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2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0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0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82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8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7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3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3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31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50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22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0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65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4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3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F6D3D93-6D18-9D4D-8752-1D5FB056D7D2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2C9CECF-4978-BD40-A9EA-76BE2DFAA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13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88D869-CB2A-E293-602B-12D774CB5F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23401" y="346060"/>
            <a:ext cx="6126480" cy="6165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3A794E-25C2-4731-D28F-13DB76D6C8C1}"/>
              </a:ext>
            </a:extLst>
          </p:cNvPr>
          <p:cNvSpPr txBox="1"/>
          <p:nvPr/>
        </p:nvSpPr>
        <p:spPr>
          <a:xfrm>
            <a:off x="485193" y="346060"/>
            <a:ext cx="386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CPFR components in CPH: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51686-EDE3-E5A0-7BFA-C36D9F7316DD}"/>
              </a:ext>
            </a:extLst>
          </p:cNvPr>
          <p:cNvSpPr txBox="1"/>
          <p:nvPr/>
        </p:nvSpPr>
        <p:spPr>
          <a:xfrm>
            <a:off x="485193" y="1132115"/>
            <a:ext cx="38690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Most CPFR integrations will leverage existing CPH modals: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CPH standard navigation—Entry point for CPFR / 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SSUA (Self-service User Admin)—Vendor contact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SSUA—Chewy TM administration of overall vendor (</a:t>
            </a:r>
            <a:r>
              <a:rPr lang="en-US" dirty="0">
                <a:solidFill>
                  <a:srgbClr val="0070C0"/>
                </a:solidFill>
                <a:latin typeface="Aptos" panose="020B0004020202020204" pitchFamily="34" charset="0"/>
              </a:rPr>
              <a:t>MVP: external tools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Key new component: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iFrame</a:t>
            </a:r>
            <a:r>
              <a:rPr lang="en-US" dirty="0">
                <a:latin typeface="Aptos" panose="020B0004020202020204" pitchFamily="34" charset="0"/>
              </a:rPr>
              <a:t> data viewer leveraging embedded Tableau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062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C79028-5601-4862-91D5-7AC34490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66706" y="0"/>
            <a:ext cx="8225293" cy="5346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DEB4EF-E5C8-BA34-B8C5-9C81C695774A}"/>
              </a:ext>
            </a:extLst>
          </p:cNvPr>
          <p:cNvSpPr txBox="1"/>
          <p:nvPr/>
        </p:nvSpPr>
        <p:spPr>
          <a:xfrm>
            <a:off x="485193" y="346060"/>
            <a:ext cx="31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Vendor Administration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—Chewy TM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A01BE-94CF-EA29-5D4F-46B507831016}"/>
              </a:ext>
            </a:extLst>
          </p:cNvPr>
          <p:cNvSpPr txBox="1"/>
          <p:nvPr/>
        </p:nvSpPr>
        <p:spPr>
          <a:xfrm>
            <a:off x="485193" y="1382695"/>
            <a:ext cx="3085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Uses SSUA Supplier Information Screen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Report Selector or Role-based is TBD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DC24EA-403B-3047-DA1C-8DABE6F99AA9}"/>
              </a:ext>
            </a:extLst>
          </p:cNvPr>
          <p:cNvSpPr txBox="1"/>
          <p:nvPr/>
        </p:nvSpPr>
        <p:spPr>
          <a:xfrm>
            <a:off x="5872064" y="5716555"/>
            <a:ext cx="381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ptos" panose="020B0004020202020204" pitchFamily="34" charset="0"/>
              </a:rPr>
              <a:t>Under MVP: Tier selection is external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AA74DB-4CB9-6654-BC67-26214847EF0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9685175" y="4068147"/>
            <a:ext cx="1443135" cy="1833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44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EBBD35-BB83-130F-A423-E880B3F8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0"/>
            <a:ext cx="8229600" cy="53492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2836D2-1FFD-18B8-AEDE-07CBE0E8F4B2}"/>
              </a:ext>
            </a:extLst>
          </p:cNvPr>
          <p:cNvSpPr txBox="1"/>
          <p:nvPr/>
        </p:nvSpPr>
        <p:spPr>
          <a:xfrm>
            <a:off x="485193" y="346060"/>
            <a:ext cx="31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Vendor Administration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—Vendor 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D412D-F6B2-169B-2004-EEB6EB7E0A85}"/>
              </a:ext>
            </a:extLst>
          </p:cNvPr>
          <p:cNvSpPr txBox="1"/>
          <p:nvPr/>
        </p:nvSpPr>
        <p:spPr>
          <a:xfrm>
            <a:off x="485193" y="1482222"/>
            <a:ext cx="34461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Uses SSUA Supplier Information Screen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Report Selector or Role-based is TBD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Options are a subset of those selected by Chewy TMs</a:t>
            </a:r>
          </a:p>
        </p:txBody>
      </p:sp>
    </p:spTree>
    <p:extLst>
      <p:ext uri="{BB962C8B-B14F-4D97-AF65-F5344CB8AC3E}">
        <p14:creationId xmlns:p14="http://schemas.microsoft.com/office/powerpoint/2010/main" val="122922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AC1554-18C0-3EF6-AF51-D01D8676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0"/>
            <a:ext cx="8229600" cy="5741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E375F2-759C-966F-AA35-5B17E5DFC913}"/>
              </a:ext>
            </a:extLst>
          </p:cNvPr>
          <p:cNvSpPr txBox="1"/>
          <p:nvPr/>
        </p:nvSpPr>
        <p:spPr>
          <a:xfrm>
            <a:off x="485193" y="346060"/>
            <a:ext cx="31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Vendor CPFR Data Viewer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6974E-52E9-2FE7-AD15-C6DC1F9D3A21}"/>
              </a:ext>
            </a:extLst>
          </p:cNvPr>
          <p:cNvSpPr txBox="1"/>
          <p:nvPr/>
        </p:nvSpPr>
        <p:spPr>
          <a:xfrm>
            <a:off x="485193" y="1305341"/>
            <a:ext cx="34461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iFrame</a:t>
            </a:r>
            <a:r>
              <a:rPr lang="en-US" dirty="0">
                <a:latin typeface="Aptos" panose="020B0004020202020204" pitchFamily="34" charset="0"/>
              </a:rPr>
              <a:t> port is only CPH engineering requirement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Build commitment from Supply Chain BIE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Draws from Supply Chain Single Source of Truth (SSOT)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Leverages CPH’s existing vendor data isolation controls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Leverages Tableau’s built-in options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Sort and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Tier-based visibility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Data range controls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Download (WSIWYG)</a:t>
            </a:r>
          </a:p>
        </p:txBody>
      </p:sp>
    </p:spTree>
    <p:extLst>
      <p:ext uri="{BB962C8B-B14F-4D97-AF65-F5344CB8AC3E}">
        <p14:creationId xmlns:p14="http://schemas.microsoft.com/office/powerpoint/2010/main" val="3543327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Aptos" panose="020B00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1369</TotalTime>
  <Words>161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Miles</dc:creator>
  <cp:lastModifiedBy>Nathan Miles</cp:lastModifiedBy>
  <cp:revision>1</cp:revision>
  <dcterms:created xsi:type="dcterms:W3CDTF">2026-04-12T04:03:52Z</dcterms:created>
  <dcterms:modified xsi:type="dcterms:W3CDTF">2026-04-13T02:52:54Z</dcterms:modified>
</cp:coreProperties>
</file>