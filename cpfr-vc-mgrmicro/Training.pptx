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8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73"/>
    <p:restoredTop sz="94706"/>
  </p:normalViewPr>
  <p:slideViewPr>
    <p:cSldViewPr snapToGrid="0">
      <p:cViewPr varScale="1">
        <p:scale>
          <a:sx n="107" d="100"/>
          <a:sy n="107" d="100"/>
        </p:scale>
        <p:origin x="519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356E9-12CC-B82A-1C42-A59F6E91F9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9E8F74-C387-FE8E-F2D6-51BC96EA01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1FD97D-C250-4392-795D-F0C1294A1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45DC1-A453-9E4C-AC9E-F4F93D74D156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103804-508B-42AC-0A8D-CBC87F36F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9A2BD-7647-5F5A-8AB6-F710D5F64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80538-9CD2-854B-97CE-E3487A720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612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D4ED7-B25A-B95D-0682-DA89B1257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265F8-5C77-5B7B-B18F-438017C36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F1284B-0469-2C35-4A0B-570C49DA8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45DC1-A453-9E4C-AC9E-F4F93D74D156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8519DC-74E8-6953-7811-605FE8D8E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847B4C-8857-F153-E7B5-D3E4490A2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80538-9CD2-854B-97CE-E3487A720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637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7E4B7-EE02-0ED8-2571-115ABDA28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3A55E2-BCF3-2906-4DCC-23A6482FD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F1A65-B923-5FBD-F8CE-7D0ED7ECA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45DC1-A453-9E4C-AC9E-F4F93D74D156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BB060-E561-54FE-C136-33628EE1C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62A11-C9D4-A0BB-2E61-34C20ADDE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80538-9CD2-854B-97CE-E3487A720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73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42987-31C0-2BF3-3704-26087A59F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8C5B0-359F-2E4A-05D5-3D26F244D4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EFB8F2-007D-EBA4-975A-DE1B81D712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1BC038-2880-6695-039E-64CEB5319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45DC1-A453-9E4C-AC9E-F4F93D74D156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B6BD27-61EA-AE64-B11C-2E5B896B7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ECFD3F-C774-048E-55FB-899572307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80538-9CD2-854B-97CE-E3487A720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520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B6E42-7138-3391-74E4-308164CE5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797B4F-5FD4-EA30-F40B-AA607BDF65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64A48D-FDAE-D4E3-F327-8E12CFB19F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1CAC0F-3477-309B-6C23-11B21566E2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EBE894-636E-247F-7FF3-1FD6485DE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86E014-496E-4F47-6F86-03479C055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45DC1-A453-9E4C-AC9E-F4F93D74D156}" type="datetimeFigureOut">
              <a:rPr lang="en-US" smtClean="0"/>
              <a:t>4/14/26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C690D0-EA3C-5847-576A-DB2486D0A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059EE6-7C05-13DF-C477-F98DA7502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80538-9CD2-854B-97CE-E3487A720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31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40189-3675-EAFF-3E0A-A68DFDB66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23FDE5-D5E7-0EC7-3574-0AAD95C1C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45DC1-A453-9E4C-AC9E-F4F93D74D156}" type="datetimeFigureOut">
              <a:rPr lang="en-US" smtClean="0"/>
              <a:t>4/14/26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5C6264-1D0F-ABBB-B95F-F799CA217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5BB89A-1116-247C-58F4-965CFEB32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80538-9CD2-854B-97CE-E3487A720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807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261FC5-D8CC-EA72-E507-C5BFFEC50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45DC1-A453-9E4C-AC9E-F4F93D74D156}" type="datetimeFigureOut">
              <a:rPr lang="en-US" smtClean="0"/>
              <a:t>4/14/26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C7BA65-AFE6-0737-ABE6-31FA04706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200BA5-3050-693E-FD74-6CF535CCD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80538-9CD2-854B-97CE-E3487A720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593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68995-15AB-E192-C47C-CBF25FD67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9A683-1B44-7CE9-2907-EC131E5AAA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C33FB6-C915-21C6-2B2E-6A8357FF8C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FB7724-8D11-3FCA-2687-B85351782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45DC1-A453-9E4C-AC9E-F4F93D74D156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85B0E8-08E8-69F4-131E-3294865F4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A583FB-775D-4C50-3856-E488C0F1A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80538-9CD2-854B-97CE-E3487A720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926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FEB04-987E-3232-69F8-54442858F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7D55A8-B84E-0986-BE46-6DD4422852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4426F3-E51D-F351-9157-124EFAE29A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CFDD81-3CCE-6941-37E3-CF11BE8AB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45DC1-A453-9E4C-AC9E-F4F93D74D156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5A6167-E9AF-A485-BE74-5AD275C42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C5DC2F-7360-6BE1-6FE8-7B7E28D6F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80538-9CD2-854B-97CE-E3487A720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499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9482C-AFAE-9F1A-86E6-F2A22BE08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FEB91A-BAF1-BAC8-127B-B7A3EC7934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698571-5175-F7BE-3BBC-8C6F6BC3B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45DC1-A453-9E4C-AC9E-F4F93D74D156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90EC3-C802-C536-FAC1-47C4DD3DA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8BDBEF-F3E9-B2FC-916B-86B072EAC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80538-9CD2-854B-97CE-E3487A720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500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7DD703-9839-3553-0089-01F0A6C43E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127926-51FE-EDD7-1A4A-FE5F8BBE45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E5DE0-7E5E-C146-911C-FAFA32C6C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45DC1-A453-9E4C-AC9E-F4F93D74D156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89B8F-676C-5763-2EF2-0A24F2C19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EE44A-3A98-B3E9-C0D9-2AA3F422D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80538-9CD2-854B-97CE-E3487A720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28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0BBD0E-B2DD-8B02-306E-411A5BBA2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E9456-98BF-3795-E18E-C080874360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C3284E-9779-79BD-6993-DA56D3C861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E45DC1-A453-9E4C-AC9E-F4F93D74D156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CB54D-3582-6344-39F4-C24CBC1943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271740-2D3F-A525-0B52-3524E5EB7E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480538-9CD2-854B-97CE-E3487A720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467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>
                <a:alpha val="90000"/>
              </a:schemeClr>
            </a:gs>
            <a:gs pos="75000">
              <a:schemeClr val="tx2">
                <a:alpha val="94000"/>
              </a:schemeClr>
            </a:gs>
            <a:gs pos="83000">
              <a:schemeClr val="tx2">
                <a:alpha val="98000"/>
              </a:schemeClr>
            </a:gs>
            <a:gs pos="100000">
              <a:schemeClr val="tx2">
                <a:alpha val="9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A4079F7-C1CD-FFD1-2950-36BDA2EC7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5700" y="6031700"/>
            <a:ext cx="683419" cy="68341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68BBEE4-100C-1855-38B5-0D0FE6F2D0CE}"/>
              </a:ext>
            </a:extLst>
          </p:cNvPr>
          <p:cNvSpPr txBox="1"/>
          <p:nvPr/>
        </p:nvSpPr>
        <p:spPr>
          <a:xfrm>
            <a:off x="387737" y="336725"/>
            <a:ext cx="62759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C000"/>
                </a:solidFill>
              </a:rPr>
              <a:t>CPFR &amp; VC Vendor Info Manager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26D5E8-2085-A192-5A3D-F2C80583C1BF}"/>
              </a:ext>
            </a:extLst>
          </p:cNvPr>
          <p:cNvSpPr txBox="1"/>
          <p:nvPr/>
        </p:nvSpPr>
        <p:spPr>
          <a:xfrm>
            <a:off x="1543946" y="1474907"/>
            <a:ext cx="9730511" cy="39081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FFC000"/>
                </a:solidFill>
              </a:rPr>
              <a:t>Agenda: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C000"/>
                </a:solidFill>
              </a:rPr>
              <a:t>Search and Edit Vendor Setup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C000"/>
                </a:solidFill>
              </a:rPr>
              <a:t>Enroll a New Vendor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C000"/>
                </a:solidFill>
              </a:rPr>
              <a:t>Change Tiers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C000"/>
                </a:solidFill>
              </a:rPr>
              <a:t>Table View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C000"/>
                </a:solidFill>
              </a:rPr>
              <a:t>Override Email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A306AC-3024-9A2C-8616-351748A4292F}"/>
              </a:ext>
            </a:extLst>
          </p:cNvPr>
          <p:cNvSpPr txBox="1"/>
          <p:nvPr/>
        </p:nvSpPr>
        <p:spPr>
          <a:xfrm>
            <a:off x="246335" y="6462998"/>
            <a:ext cx="108018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5540375" algn="ctr"/>
                <a:tab pos="11080750" algn="r"/>
              </a:tabLst>
            </a:pPr>
            <a:r>
              <a:rPr lang="en-US" sz="1200" dirty="0">
                <a:solidFill>
                  <a:srgbClr val="FFC000"/>
                </a:solidFill>
              </a:rPr>
              <a:t>CPFR Team, Vendor Compliance Team		2026-04-14; 2026-04-16</a:t>
            </a:r>
          </a:p>
        </p:txBody>
      </p:sp>
    </p:spTree>
    <p:extLst>
      <p:ext uri="{BB962C8B-B14F-4D97-AF65-F5344CB8AC3E}">
        <p14:creationId xmlns:p14="http://schemas.microsoft.com/office/powerpoint/2010/main" val="3581412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</TotalTime>
  <Words>34</Words>
  <Application>Microsoft Macintosh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Miles</dc:creator>
  <cp:lastModifiedBy>Nathan Miles</cp:lastModifiedBy>
  <cp:revision>1</cp:revision>
  <dcterms:created xsi:type="dcterms:W3CDTF">2026-04-14T08:45:21Z</dcterms:created>
  <dcterms:modified xsi:type="dcterms:W3CDTF">2026-04-14T09:39:41Z</dcterms:modified>
</cp:coreProperties>
</file>